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4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06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3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7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32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7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62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45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8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6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92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A4D08-4C09-7272-F402-6F2B1EE89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/>
              <a:t>Simple Calendar Application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4ED886-92D9-B4E0-2100-8B1915CB5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US"/>
              <a:t>Justin Camit Maniago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ide view of a white calendar">
            <a:extLst>
              <a:ext uri="{FF2B5EF4-FFF2-40B4-BE49-F238E27FC236}">
                <a16:creationId xmlns:a16="http://schemas.microsoft.com/office/drawing/2014/main" id="{64DDF182-F311-E96D-357B-447CB563BF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746" r="-1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84D1-D077-9149-81C0-EE402D147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F2D87-55B9-B2E2-C140-250494962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 prioritized completing one requirement at a time before working on the next. </a:t>
            </a:r>
          </a:p>
          <a:p>
            <a:r>
              <a:rPr lang="en-US" dirty="0"/>
              <a:t>I tested the program after the completion of certain blocks of code, such as methods and functions.</a:t>
            </a:r>
          </a:p>
          <a:p>
            <a:pPr lvl="1"/>
            <a:r>
              <a:rPr lang="en-US" dirty="0"/>
              <a:t>This way, I can detect and deal with any errors earlier instead of later when there will be more code to trace through. </a:t>
            </a:r>
          </a:p>
          <a:p>
            <a:pPr lvl="1"/>
            <a:r>
              <a:rPr lang="en-US" dirty="0"/>
              <a:t>I handled any edge cases or errors that may arise by requiring the user to format their inputs in certain ways. </a:t>
            </a:r>
          </a:p>
          <a:p>
            <a:r>
              <a:rPr lang="en-US" dirty="0"/>
              <a:t>Overtime, I noticed patterns in my program, so I created methods and functions that performed those patterns to avoid code repetition. </a:t>
            </a:r>
          </a:p>
          <a:p>
            <a:r>
              <a:rPr lang="en-US" dirty="0"/>
              <a:t>I added in-line documentation after the program was complete.</a:t>
            </a:r>
          </a:p>
        </p:txBody>
      </p:sp>
    </p:spTree>
    <p:extLst>
      <p:ext uri="{BB962C8B-B14F-4D97-AF65-F5344CB8AC3E}">
        <p14:creationId xmlns:p14="http://schemas.microsoft.com/office/powerpoint/2010/main" val="113821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4F53-0C95-3FCB-D0F7-0CE82FBA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Files and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A83F4-BD2D-DA47-22E6-25ABD89C9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simpleCalendarApp.py</a:t>
            </a:r>
          </a:p>
          <a:p>
            <a:pPr lvl="1"/>
            <a:r>
              <a:rPr lang="en-US" dirty="0"/>
              <a:t>This Python file includes all of the code needed for the program to function.</a:t>
            </a:r>
          </a:p>
          <a:p>
            <a:r>
              <a:rPr lang="en-US" dirty="0"/>
              <a:t>testCal.csv</a:t>
            </a:r>
          </a:p>
          <a:p>
            <a:pPr lvl="1"/>
            <a:r>
              <a:rPr lang="en-US" dirty="0"/>
              <a:t>This CSV file contains example data for the simpleCalendarApp.py file to access.</a:t>
            </a:r>
          </a:p>
          <a:p>
            <a:pPr lvl="1"/>
            <a:r>
              <a:rPr lang="en-US" dirty="0"/>
              <a:t>This file is not required for the program to run</a:t>
            </a:r>
          </a:p>
          <a:p>
            <a:r>
              <a:rPr lang="en-US" dirty="0"/>
              <a:t>simpleCalendarApp.py creates a new CSV file if it does not detect the file the user inputs as the file to read.</a:t>
            </a:r>
          </a:p>
        </p:txBody>
      </p:sp>
    </p:spTree>
    <p:extLst>
      <p:ext uri="{BB962C8B-B14F-4D97-AF65-F5344CB8AC3E}">
        <p14:creationId xmlns:p14="http://schemas.microsoft.com/office/powerpoint/2010/main" val="3750929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F07F-883C-D7E5-7A49-0D725767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to Run, Test, and Verify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6187C-E85D-96FE-7F3E-346C44095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run the program, execute the simpleCalendarApp.py file.</a:t>
            </a:r>
          </a:p>
          <a:p>
            <a:r>
              <a:rPr lang="en-US" dirty="0"/>
              <a:t>To test the program, users can attempt to input data that does not match the format specified by the program.</a:t>
            </a:r>
          </a:p>
          <a:p>
            <a:r>
              <a:rPr lang="en-US" dirty="0"/>
              <a:t>To verify the program, users can examine the code through an IDE.</a:t>
            </a:r>
          </a:p>
        </p:txBody>
      </p:sp>
    </p:spTree>
    <p:extLst>
      <p:ext uri="{BB962C8B-B14F-4D97-AF65-F5344CB8AC3E}">
        <p14:creationId xmlns:p14="http://schemas.microsoft.com/office/powerpoint/2010/main" val="4288434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38B6-3230-1F9B-784B-082F0976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Test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612CD-FCED-4D8C-717F-6E87607B7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000" dirty="0"/>
              <a:t>Overlapping dates</a:t>
            </a:r>
          </a:p>
          <a:p>
            <a:pPr lvl="1"/>
            <a:r>
              <a:rPr lang="en-US" sz="2000" dirty="0"/>
              <a:t>Empty inputs</a:t>
            </a:r>
          </a:p>
          <a:p>
            <a:pPr lvl="1"/>
            <a:r>
              <a:rPr lang="en-US" sz="2000" dirty="0"/>
              <a:t>Leap year dates</a:t>
            </a:r>
          </a:p>
          <a:p>
            <a:pPr lvl="1"/>
            <a:r>
              <a:rPr lang="en-US" sz="2000" dirty="0"/>
              <a:t>Excessively long titles</a:t>
            </a:r>
          </a:p>
        </p:txBody>
      </p:sp>
    </p:spTree>
    <p:extLst>
      <p:ext uri="{BB962C8B-B14F-4D97-AF65-F5344CB8AC3E}">
        <p14:creationId xmlns:p14="http://schemas.microsoft.com/office/powerpoint/2010/main" val="292977811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266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Calisto MT</vt:lpstr>
      <vt:lpstr>Univers Condensed</vt:lpstr>
      <vt:lpstr>ChronicleVTI</vt:lpstr>
      <vt:lpstr>Simple Calendar Application</vt:lpstr>
      <vt:lpstr>Approach and Design</vt:lpstr>
      <vt:lpstr>Key Files and Folders</vt:lpstr>
      <vt:lpstr>Process to Run, Test, and Verify</vt:lpstr>
      <vt:lpstr>Example Test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Maniago</dc:creator>
  <cp:lastModifiedBy>Justin Maniago</cp:lastModifiedBy>
  <cp:revision>1</cp:revision>
  <dcterms:created xsi:type="dcterms:W3CDTF">2025-11-29T01:40:45Z</dcterms:created>
  <dcterms:modified xsi:type="dcterms:W3CDTF">2025-11-29T04:42:17Z</dcterms:modified>
</cp:coreProperties>
</file>